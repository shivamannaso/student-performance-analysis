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embeddedFontLst>
    <p:embeddedFont>
      <p:font typeface="Arim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rimo-regular.fntdata"/><Relationship Id="rId14" Type="http://schemas.openxmlformats.org/officeDocument/2006/relationships/slide" Target="slides/slide9.xml"/><Relationship Id="rId17" Type="http://schemas.openxmlformats.org/officeDocument/2006/relationships/font" Target="fonts/Arimo-italic.fntdata"/><Relationship Id="rId16" Type="http://schemas.openxmlformats.org/officeDocument/2006/relationships/font" Target="fonts/Arim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Arim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670233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u="sng"/>
              <a:t>IDS MINI-PROJECT</a:t>
            </a:r>
            <a:br>
              <a:rPr lang="en-US"/>
            </a:br>
            <a:r>
              <a:rPr lang="en-US"/>
              <a:t>Student Performance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320040" y="1704528"/>
            <a:ext cx="850392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project analyzes student performance using    data science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the </a:t>
            </a: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student.csv</a:t>
            </a: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dataset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Finds which factors affect marks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Predicts final grade (G3)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identify weak students early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885693" y="1704492"/>
            <a:ext cx="7372614" cy="3170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score differently due to study      habits, attendance, and past marks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Teachers know about weak students only at the end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an automated way to predict performance</a:t>
            </a:r>
            <a:endParaRPr/>
          </a:p>
          <a:p>
            <a:pPr indent="-1778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Aim: analyze data and predict final marks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335346"/>
            <a:ext cx="8229600" cy="4790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rPr lang="en-US" sz="700"/>
              <a:t>: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633984" y="1659285"/>
            <a:ext cx="8052816" cy="3539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size: 395 students, 33 columns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 columns: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G1 (first period marks)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G2 (second period marks)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G3 (final marks)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studytime (weekly study hours)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absences (days absent)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contains academic + personal attributes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1251154" y="327552"/>
            <a:ext cx="6939118" cy="4704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200"/>
              <a:t>Feature Engineering &amp; EDA</a:t>
            </a:r>
            <a:endParaRPr sz="3200"/>
          </a:p>
        </p:txBody>
      </p:sp>
      <p:pic>
        <p:nvPicPr>
          <p:cNvPr id="109" name="Google Shape;109;p17"/>
          <p:cNvPicPr preferRelativeResize="0"/>
          <p:nvPr/>
        </p:nvPicPr>
        <p:blipFill rotWithShape="1">
          <a:blip r:embed="rId3">
            <a:alphaModFix/>
          </a:blip>
          <a:srcRect b="2134" l="1816" r="1258" t="1474"/>
          <a:stretch/>
        </p:blipFill>
        <p:spPr>
          <a:xfrm>
            <a:off x="4021178" y="3429000"/>
            <a:ext cx="4622872" cy="290991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370085" y="1353490"/>
            <a:ext cx="8498612" cy="2554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Converted 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studytime</a:t>
            </a:r>
            <a:r>
              <a:rPr b="0" i="0" lang="en-US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into real study hours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Created 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attendance_rate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Selected key features: G2, study_hours, attendance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EDA plots created: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Correlation heatmap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Study hours vs G3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Attendance vs G3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G2 vs G3 (strongest relation)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682752" y="210389"/>
            <a:ext cx="7876032" cy="2877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n-US" sz="2000"/>
              <a:t>We did feature engineering by converting study time into actual study hours and by creating attendance rate.</a:t>
            </a:r>
            <a:br>
              <a:rPr lang="en-US" sz="2000"/>
            </a:br>
            <a:r>
              <a:rPr lang="en-US" sz="2000"/>
              <a:t>Then I selected important numerical columns like G1, G2, G3, study hours, absences, and attendance rate.</a:t>
            </a:r>
            <a:br>
              <a:rPr lang="en-US" sz="2000"/>
            </a:br>
            <a:r>
              <a:rPr lang="en-US" sz="2000"/>
              <a:t>Using seaborn and matplotlib, I made a correlation heatmap and three scatter plots.</a:t>
            </a:r>
            <a:br>
              <a:rPr lang="en-US" sz="2000"/>
            </a:br>
            <a:r>
              <a:rPr lang="en-US" sz="2000"/>
              <a:t>These plots help us understand how study hours, attendance, and G2 marks affect the final grade G3.”</a:t>
            </a:r>
            <a:br>
              <a:rPr lang="en-US" sz="2000"/>
            </a:br>
            <a:endParaRPr sz="2000"/>
          </a:p>
        </p:txBody>
      </p:sp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81" y="3087942"/>
            <a:ext cx="8609638" cy="2877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0" y="43113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Linear Regression Model</a:t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950976" y="1766502"/>
            <a:ext cx="6937248" cy="3046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used: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G3 ~ G2 + study_hours + attendance_rate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split: 80% train, 20% test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Achieved high accuracy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Outputs: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R² Score ≈ 0.86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strong prediction power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MAE ≈ 0.74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Ridge Regression Model</a:t>
            </a:r>
            <a:endParaRPr/>
          </a:p>
        </p:txBody>
      </p:sp>
      <p:sp>
        <p:nvSpPr>
          <p:cNvPr id="128" name="Google Shape;128;p20"/>
          <p:cNvSpPr/>
          <p:nvPr/>
        </p:nvSpPr>
        <p:spPr>
          <a:xfrm>
            <a:off x="1487424" y="1594749"/>
            <a:ext cx="6449568" cy="4031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03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Added categorical variables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OneHotEncoding for categories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RidgeCV used to reduce overfitting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alpha selected automatically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accuracy with better error control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Proved that G2 is still main predictor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83541" y="871221"/>
            <a:ext cx="3630231" cy="762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564997" y="2005495"/>
            <a:ext cx="8172558" cy="30469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G2 is strongest predictor of final marks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study hours → better performance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absences → lower marks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 predict G3 with high accuracy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converted into a real prediction system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for early identification of weak students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